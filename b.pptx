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45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F716-1908-4FBA-B3CD-4508E060C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58F872-F9BB-43DD-8C2F-576D18D8F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4D0E-B595-4CCA-87F0-D36D01020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3E8F5-5606-45C2-A715-A3EA5CCB636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23987-5408-4748-B7DB-FB727181A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D3E03-A004-4C9F-9A30-B06C9B7E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3E94-A25B-4A4A-8885-FEAAC429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2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3DD36-26E3-4AEA-AE15-800DA16A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74B72-EE92-476D-8716-4DA415C9E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4E7A5-33CA-4937-906E-A61C5B2F1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3E8F5-5606-45C2-A715-A3EA5CCB636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77AE6-02ED-4802-B514-753C3011A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374D6-333E-4F77-9E6E-7DA8DC6E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3E94-A25B-4A4A-8885-FEAAC429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0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37476-6BFB-450E-948D-AF88C80C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11F1D-FFC7-4BF1-A18C-4165B3767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23A8F-34D8-4CB9-BFAB-F075A388D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3E8F5-5606-45C2-A715-A3EA5CCB636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5CA9C-A8F9-4BF7-9629-52F5E7370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1EB6F-8724-4504-9742-2F9BECA04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3E94-A25B-4A4A-8885-FEAAC429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67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970CF-242F-4C46-8069-45A8BE9FF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E0B61-9890-4E28-AB66-3C04B0D20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D442E-4231-4F1C-8CCF-EEC3CBD6C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C5921-D206-42E9-9FFB-987E13EE8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3E8F5-5606-45C2-A715-A3EA5CCB636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F3922-A618-48BA-B9B4-80C631F0F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C9D04-3641-4F66-95A8-A5978BCAC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3E94-A25B-4A4A-8885-FEAAC429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11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50445-34C7-46AB-8643-50AD44B34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E5C28-49BC-460A-8D73-E118D4061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2447A-990A-4F9D-9E23-C745E8BEC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2255F2-A96A-41C9-AA8A-4003F7485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790FA7-6191-49A6-8DD4-7FD2A82024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0FD103-F455-47D0-AA29-5A7BA721A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3E8F5-5606-45C2-A715-A3EA5CCB636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EFE93-6607-4379-95F5-38779F0B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DFE3FB-B4DA-4862-B4BE-039A93C00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3E94-A25B-4A4A-8885-FEAAC429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948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B686A-18F6-49CC-8013-FB3CD7FEA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DF506E-C948-4DD0-9244-E61AD3105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3E8F5-5606-45C2-A715-A3EA5CCB636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E9FA77-9EA5-4FF7-82C8-0101C225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7515C-725F-4908-85A5-C2DB32857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3E94-A25B-4A4A-8885-FEAAC429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72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600A34-8237-4554-A790-A9B0AA34B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3E8F5-5606-45C2-A715-A3EA5CCB636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EE61F3-4360-4E81-8FA3-4AA55980B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46E6E-8171-45B7-9CF4-1B015085B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3E94-A25B-4A4A-8885-FEAAC429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26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BB8D-7BD0-43CB-AA36-C9BB6676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FEC7A-3F4A-4315-8604-BD5020FF9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66527B-358C-40E1-B776-5DC08AC7F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EC0FF-AC6F-4815-A960-3C1A8AD5A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3E8F5-5606-45C2-A715-A3EA5CCB636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8FC58-EF87-4714-A73B-1E073BF4C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6B653-FF78-4DE5-A433-3010C10E6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3E94-A25B-4A4A-8885-FEAAC429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7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602B-465D-494D-8624-96A76CEAC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EB93D8-47E1-4FAB-9611-7C18F034BE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0879A-9700-4AE2-AFD7-F35C5FCA2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CD1FF-4056-4B3F-83D9-4173A3A46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3E8F5-5606-45C2-A715-A3EA5CCB636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E9105-1C07-4F17-B8B2-CAD96110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32D7-A011-4190-895F-95CDF236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3E94-A25B-4A4A-8885-FEAAC429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7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AA000-DE05-4909-B133-062FA9885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EE322D-1877-499F-AFE7-35B920158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FD4C8-F2DF-4020-9FFD-6A26CA0B0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3E8F5-5606-45C2-A715-A3EA5CCB636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55376-A761-4132-9C04-377DD2212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30DDA-B8E3-415B-9758-A2D3AADCE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3E94-A25B-4A4A-8885-FEAAC429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39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A14CDD-E6BB-4641-8C78-7257C77E4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53C951-BA82-4B39-B196-EEC5EEDF4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C783C-ECCF-4645-AAB0-AB9A55417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3E8F5-5606-45C2-A715-A3EA5CCB636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264B7-7CA2-4F9C-AE61-92689FBF0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55687-D5F8-4440-A62B-A9F293A1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3E94-A25B-4A4A-8885-FEAAC429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77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7B5495-6192-46B8-8137-7E8D1753E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3E376-CB2D-4314-B7C6-EAF9ED5C3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EA427-B11F-4BD3-BED4-B0F96A4B0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3E8F5-5606-45C2-A715-A3EA5CCB636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C0A81-F0AC-4F3F-8496-752E7DC8A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9F534-D425-4D54-95DD-4A4BAE28E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F3E94-A25B-4A4A-8885-FEAAC429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0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2845-72A8-49B7-B0AE-F0F5CF12FF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trrrrryyy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DEE6D-8484-4A97-9BBB-4FA28E900B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979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trrrrryyy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trrrrryyy</dc:title>
  <dc:creator>M. MUEED IBN NAZMUL</dc:creator>
  <cp:lastModifiedBy>M. MUEED IBN NAZMUL</cp:lastModifiedBy>
  <cp:revision>1</cp:revision>
  <dcterms:created xsi:type="dcterms:W3CDTF">2026-10-12T13:16:52Z</dcterms:created>
  <dcterms:modified xsi:type="dcterms:W3CDTF">2026-10-12T13:18:18Z</dcterms:modified>
</cp:coreProperties>
</file>